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38544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NOMTHANDAZO MICHELLE MAHLABA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418320" y="6638544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PORTFOLIO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CCFB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CCFB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818120" y="-1188720"/>
            <a:ext cx="4846320" cy="4846320"/>
          </a:xfrm>
          <a:prstGeom prst="arc">
            <a:avLst/>
          </a:prstGeom>
          <a:noFill/>
          <a:ln w="254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8686800" y="182880"/>
            <a:ext cx="3931920" cy="3931920"/>
          </a:xfrm>
          <a:prstGeom prst="arc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</a:rPr>
              <a:t>PERSONAL</a:t>
            </a:r>
            <a:endParaRPr lang="en-US" sz="1400" dirty="0"/>
          </a:p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</a:rPr>
              <a:t>PORTFOLIO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92024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Nomthandazo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Michelle Mahlaba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94944" y="3520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7E8F9"/>
                </a:solidFill>
              </a:rPr>
              <a:t>Grade 12 Graduate  |  Aspiring Professional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" y="4160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7C7"/>
                </a:solidFill>
              </a:rPr>
              <a:t>A motivated, dependable, and enthusiastic young professional ready to learn, grow, and contribute.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0" y="4892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DD4BF"/>
                </a:solidFill>
              </a:rPr>
              <a:t>2025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366760" y="544068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40" kern="0" dirty="0">
                <a:solidFill>
                  <a:srgbClr val="A8B7C7"/>
                </a:solidFill>
              </a:rPr>
              <a:t>GRADE 12 COMPLETED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CCFB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D4BF"/>
                </a:solidFill>
              </a:rPr>
              <a:t>01 / PROFILE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A positive attitude with a strong work ethic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7C7"/>
                </a:solidFill>
              </a:rPr>
              <a:t>A snapshot of who I am and what I bring to a professional environment.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675120" cy="3977640"/>
          </a:xfrm>
          <a:prstGeom prst="roundRect">
            <a:avLst>
              <a:gd name="adj" fmla="val 1839"/>
            </a:avLst>
          </a:prstGeom>
          <a:solidFill>
            <a:srgbClr val="0D1C2E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04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DD4BF"/>
                </a:solidFill>
              </a:rPr>
              <a:t>ABOUT 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670048"/>
            <a:ext cx="5943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I completed Grade 12 at Leondale Secondary School in 2025. I am a determined and hard-working person who enjoys collaborating with new people and taking on new challenges with confidence.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160520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7C7"/>
                </a:solidFill>
              </a:rPr>
              <a:t>I am currently seeking an opportunity where I can develop my skills, learn from others, and make a meaningful contribution.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5166360"/>
            <a:ext cx="5577840" cy="0"/>
          </a:xfrm>
          <a:prstGeom prst="line">
            <a:avLst/>
          </a:prstGeom>
          <a:noFill/>
          <a:ln w="12700">
            <a:solidFill>
              <a:srgbClr val="244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4132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</a:rPr>
              <a:t>Open to learning • Open to opportunities • Ready to contribute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35240" y="1965960"/>
            <a:ext cx="3886200" cy="3977640"/>
          </a:xfrm>
          <a:prstGeom prst="roundRect">
            <a:avLst>
              <a:gd name="adj" fmla="val 1882"/>
            </a:avLst>
          </a:prstGeom>
          <a:solidFill>
            <a:srgbClr val="11263A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2304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DD4BF"/>
                </a:solidFill>
              </a:rPr>
              <a:t>QUICK FACTS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01000" y="27889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7C7"/>
                </a:solidFill>
              </a:rPr>
              <a:t>Location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235440" y="27889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Katlehong South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344728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7C7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235440" y="34472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English · isiZulu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01000" y="41056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7C7"/>
                </a:solidFill>
              </a:rPr>
              <a:t>School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35440" y="4105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Leondale Secondary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47640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7C7"/>
                </a:solidFill>
              </a:rPr>
              <a:t>Interests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35440" y="476402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Reading · Netball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CCFB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D4BF"/>
                </a:solidFill>
              </a:rPr>
              <a:t>02 / EDUCATION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Building a strong foundation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7C7"/>
                </a:solidFill>
              </a:rPr>
              <a:t>Grade 12 completed at Leondale Secondary School in 2025.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1263A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67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GRADE 12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03320" y="2240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Leondale Secondary School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0" y="22677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B7C7"/>
                </a:solidFill>
              </a:rPr>
              <a:t>Completed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3611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DD4BF"/>
                </a:solidFill>
              </a:rPr>
              <a:t>SUBJECTS PASSED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0D1C2E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4352544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4279392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</a:rPr>
              <a:t>English First Additional Language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4663440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590288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</a:rPr>
              <a:t>isiZulu Home Language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497433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4901184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</a:rPr>
              <a:t>Mathematics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528523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5212080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</a:rPr>
              <a:t>Geography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0D1C2E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352544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4279392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</a:rPr>
              <a:t>Physical Sciences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4663440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4590288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</a:rPr>
              <a:t>Life Sciences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497433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4901184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</a:rPr>
              <a:t>Life Orientation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528523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5212080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</a:rPr>
              <a:t>Strong willingness to keep learning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CCFB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D4BF"/>
                </a:solidFill>
              </a:rPr>
              <a:t>03 / STRENGTHS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Skills I bring to a team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7C7"/>
                </a:solidFill>
              </a:rPr>
              <a:t>Personal attributes and abilities reflected in my CV.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0D1C2E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201168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0D1C2E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591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DD4BF"/>
                </a:solidFill>
              </a:rPr>
              <a:t>COMMUNICATION &amp; COLLABORATION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2926080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852928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Communication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345643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383280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Interpersonal skills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3986784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913632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Writing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" y="451713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443984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Conflict resolution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3591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DD4BF"/>
                </a:solidFill>
              </a:rPr>
              <a:t>PROBLEM SOLVING &amp; GROWTH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926080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2852928"/>
            <a:ext cx="441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Negotiation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83680" y="345643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3383280"/>
            <a:ext cx="441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Analytical thinking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0" y="3986784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3913632"/>
            <a:ext cx="441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Creativity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0" y="451713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4443984"/>
            <a:ext cx="441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Teamwork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58704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7E8F9"/>
                </a:solidFill>
              </a:rPr>
              <a:t>I am energetic, optimistic, friendly, determined, hard working, zealous, enthusiastic, and confident in my abilities.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CCFB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D4BF"/>
                </a:solidFill>
              </a:rPr>
              <a:t>04 / BEYOND THE CLASSROOM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Interests that keep me balanced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7C7"/>
                </a:solidFill>
              </a:rPr>
              <a:t>The activities I enjoy and the qualities they reflect.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074920" cy="3337560"/>
          </a:xfrm>
          <a:prstGeom prst="roundRect">
            <a:avLst>
              <a:gd name="adj" fmla="val 2192"/>
            </a:avLst>
          </a:prstGeom>
          <a:solidFill>
            <a:srgbClr val="11263A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0" y="2057400"/>
            <a:ext cx="5166360" cy="3337560"/>
          </a:xfrm>
          <a:prstGeom prst="roundRect">
            <a:avLst>
              <a:gd name="adj" fmla="val 2192"/>
            </a:avLst>
          </a:prstGeom>
          <a:solidFill>
            <a:srgbClr val="11263A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</a:rPr>
              <a:t>READING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51560" y="31546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7C7"/>
                </a:solidFill>
              </a:rPr>
              <a:t>Reading helps me stay curious, focused, and open to new ideas.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</a:rPr>
              <a:t>NETBALL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858000" y="31546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7C7"/>
                </a:solidFill>
              </a:rPr>
              <a:t>Netball keeps me active and strengthens teamwork, discipline, and perseverance.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4663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DD4BF"/>
                </a:solidFill>
              </a:rPr>
              <a:t>ENGLISH  ·  ISIZULU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4663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DD4BF"/>
                </a:solidFill>
              </a:rPr>
              <a:t>Languages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CCFB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D4BF"/>
                </a:solidFill>
              </a:rPr>
              <a:t>05 / PORTFOLIO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My online professional profile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7C7"/>
                </a:solidFill>
              </a:rPr>
              <a:t>A growing digital portfolio designed to introduce me to future employers.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029968"/>
            <a:ext cx="6675120" cy="3566160"/>
          </a:xfrm>
          <a:prstGeom prst="roundRect">
            <a:avLst>
              <a:gd name="adj" fmla="val 2051"/>
            </a:avLst>
          </a:prstGeom>
          <a:solidFill>
            <a:srgbClr val="0D1C2E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PERSONAL PORTFOLIO WEBSITE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7552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8B7C7"/>
                </a:solidFill>
              </a:rPr>
              <a:t>This portfolio presents my education, strengths, interests, personal profile, and contact details in a professional and easy-to-navigate format.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DD4BF"/>
                </a:solidFill>
              </a:rPr>
              <a:t>TECHNOLOGIES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4736592"/>
            <a:ext cx="1234440" cy="274320"/>
          </a:xfrm>
          <a:prstGeom prst="rect">
            <a:avLst/>
          </a:prstGeom>
          <a:solidFill>
            <a:srgbClr val="07111F">
              <a:alpha val="95000"/>
            </a:srgbClr>
          </a:solidFill>
          <a:ln w="8890">
            <a:solidFill>
              <a:srgbClr val="0D948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React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04872" y="4736592"/>
            <a:ext cx="1234440" cy="274320"/>
          </a:xfrm>
          <a:prstGeom prst="rect">
            <a:avLst/>
          </a:prstGeom>
          <a:solidFill>
            <a:srgbClr val="07111F">
              <a:alpha val="95000"/>
            </a:srgbClr>
          </a:solidFill>
          <a:ln w="8890">
            <a:solidFill>
              <a:srgbClr val="0D948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22192" y="4736592"/>
            <a:ext cx="1234440" cy="274320"/>
          </a:xfrm>
          <a:prstGeom prst="rect">
            <a:avLst/>
          </a:prstGeom>
          <a:solidFill>
            <a:srgbClr val="07111F">
              <a:alpha val="95000"/>
            </a:srgbClr>
          </a:solidFill>
          <a:ln w="8890">
            <a:solidFill>
              <a:srgbClr val="0D948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2029968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11263A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2423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DD4BF"/>
                </a:solidFill>
              </a:rPr>
              <a:t>WHAT IT SHOWS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295351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288036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</a:rPr>
              <a:t>Professional introduction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3483864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168" y="3410712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</a:rPr>
              <a:t>Education and subjects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401421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2168" y="394106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</a:rPr>
              <a:t>Skills and personal attributes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01000" y="4544568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4471416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</a:rPr>
              <a:t>Interests and contact details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CCFB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D4BF"/>
                </a:solidFill>
              </a:rPr>
              <a:t>06 / CONTACT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Thank you for your time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7C7"/>
                </a:solidFill>
              </a:rPr>
              <a:t>I would welcome the opportunity to learn, grow, and contribute.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6583680" cy="3337560"/>
          </a:xfrm>
          <a:prstGeom prst="roundRect">
            <a:avLst>
              <a:gd name="adj" fmla="val 2192"/>
            </a:avLst>
          </a:prstGeom>
          <a:solidFill>
            <a:srgbClr val="11263A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60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DD4BF"/>
                </a:solidFill>
              </a:rPr>
              <a:t>LET’S CONNECT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Nomthandazo Michelle Mahlaba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547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E8F9"/>
                </a:solidFill>
              </a:rPr>
              <a:t>Grade 12 Graduate  |  Aspiring Professional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3EC"/>
                </a:solidFill>
              </a:rPr>
              <a:t>nomthandazomahlaba8@gmail.com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7E3EC"/>
                </a:solidFill>
              </a:rPr>
              <a:t>0752693498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7E3EC"/>
                </a:solidFill>
              </a:rPr>
              <a:t>Katlehong South, South Africa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35240" y="2148840"/>
            <a:ext cx="3977640" cy="3337560"/>
          </a:xfrm>
          <a:prstGeom prst="roundRect">
            <a:avLst>
              <a:gd name="adj" fmla="val 2192"/>
            </a:avLst>
          </a:prstGeom>
          <a:solidFill>
            <a:srgbClr val="0D1C2E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2560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DD4BF"/>
                </a:solidFill>
              </a:rPr>
              <a:t>NEXT CHAPTER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01000" y="30632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Ready to learn.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Ready to work hard.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Ready to grow.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01000" y="4800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7C7"/>
                </a:solidFill>
              </a:rPr>
              <a:t>Thank you for considering my profile.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CCFB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Nomthandazo Michelle Mahlaba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Nomthandazo Michelle Mahlaba — Portfolio</dc:title>
  <dc:subject>Personal portfolio presentation</dc:subject>
  <dc:creator>Nomthandazo Michelle Mahlaba</dc:creator>
  <cp:lastModifiedBy>Nomthandazo Michelle Mahlaba</cp:lastModifiedBy>
  <cp:revision>1</cp:revision>
  <dcterms:created xsi:type="dcterms:W3CDTF">2026-10-06T11:19:43Z</dcterms:created>
  <dcterms:modified xsi:type="dcterms:W3CDTF">2026-10-06T11:19:43Z</dcterms:modified>
</cp:coreProperties>
</file>